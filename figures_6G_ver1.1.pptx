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1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58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006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93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0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05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70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110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22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2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58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23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27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8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1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1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7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15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54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1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123</dc:creator>
  <cp:lastModifiedBy>123</cp:lastModifiedBy>
  <cp:revision>5</cp:revision>
  <dcterms:created xsi:type="dcterms:W3CDTF">2026-07-09T04:31:47Z</dcterms:created>
  <dcterms:modified xsi:type="dcterms:W3CDTF">2026-07-09T06:53:17Z</dcterms:modified>
</cp:coreProperties>
</file>