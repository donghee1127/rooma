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1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582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006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1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930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03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057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700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110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22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929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F0548-6C65-4642-A29B-D223D887ECD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F5C62-F733-4065-B58C-7B054D11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58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23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327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8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17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912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627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015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4754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0</Words>
  <Application>Microsoft Office PowerPoint</Application>
  <PresentationFormat>와이드스크린</PresentationFormat>
  <Paragraphs>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123</dc:creator>
  <cp:lastModifiedBy>123</cp:lastModifiedBy>
  <cp:revision>4</cp:revision>
  <dcterms:created xsi:type="dcterms:W3CDTF">2026-07-09T04:31:47Z</dcterms:created>
  <dcterms:modified xsi:type="dcterms:W3CDTF">2026-07-09T06:13:29Z</dcterms:modified>
</cp:coreProperties>
</file>