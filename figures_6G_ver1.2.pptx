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3770-CDEF-49A1-BEF7-45856A9BCC0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85BE-DE34-4240-8A06-4D2CCEA1C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246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3770-CDEF-49A1-BEF7-45856A9BCC0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85BE-DE34-4240-8A06-4D2CCEA1C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458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3770-CDEF-49A1-BEF7-45856A9BCC0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85BE-DE34-4240-8A06-4D2CCEA1C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641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3770-CDEF-49A1-BEF7-45856A9BCC0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85BE-DE34-4240-8A06-4D2CCEA1C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5826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3770-CDEF-49A1-BEF7-45856A9BCC0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85BE-DE34-4240-8A06-4D2CCEA1C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6704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3770-CDEF-49A1-BEF7-45856A9BCC0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85BE-DE34-4240-8A06-4D2CCEA1C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533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3770-CDEF-49A1-BEF7-45856A9BCC0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85BE-DE34-4240-8A06-4D2CCEA1C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994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3770-CDEF-49A1-BEF7-45856A9BCC0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85BE-DE34-4240-8A06-4D2CCEA1C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9596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3770-CDEF-49A1-BEF7-45856A9BCC0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85BE-DE34-4240-8A06-4D2CCEA1C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0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3770-CDEF-49A1-BEF7-45856A9BCC0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85BE-DE34-4240-8A06-4D2CCEA1C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35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3770-CDEF-49A1-BEF7-45856A9BCC0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85BE-DE34-4240-8A06-4D2CCEA1C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3802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13770-CDEF-49A1-BEF7-45856A9BCC0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285BE-DE34-4240-8A06-4D2CCEA1C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010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834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228600"/>
            <a:ext cx="110966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03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228600"/>
            <a:ext cx="110966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307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228600"/>
            <a:ext cx="110966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21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228600"/>
            <a:ext cx="110966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784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228600"/>
            <a:ext cx="110966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11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7008"/>
            <a:ext cx="12192000" cy="560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780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7008"/>
            <a:ext cx="12192000" cy="560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61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7008"/>
            <a:ext cx="12192000" cy="560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245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228600"/>
            <a:ext cx="110966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003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7008"/>
            <a:ext cx="12192000" cy="560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82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7008"/>
            <a:ext cx="12192000" cy="560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121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7008"/>
            <a:ext cx="12192000" cy="560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329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123</dc:creator>
  <cp:lastModifiedBy>123</cp:lastModifiedBy>
  <cp:revision>1</cp:revision>
  <dcterms:created xsi:type="dcterms:W3CDTF">2026-07-09T07:21:40Z</dcterms:created>
  <dcterms:modified xsi:type="dcterms:W3CDTF">2026-07-09T07:21:51Z</dcterms:modified>
</cp:coreProperties>
</file>