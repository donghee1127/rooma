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24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458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64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82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704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533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99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596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0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35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802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13770-CDEF-49A1-BEF7-45856A9BCC09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285BE-DE34-4240-8A06-4D2CCEA1C3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01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34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3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07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2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8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1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78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61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45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03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82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121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008"/>
            <a:ext cx="12192000" cy="560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29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28600"/>
            <a:ext cx="110966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15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123</dc:creator>
  <cp:lastModifiedBy>123</cp:lastModifiedBy>
  <cp:revision>2</cp:revision>
  <dcterms:created xsi:type="dcterms:W3CDTF">2026-07-09T07:21:40Z</dcterms:created>
  <dcterms:modified xsi:type="dcterms:W3CDTF">2026-07-09T07:40:17Z</dcterms:modified>
</cp:coreProperties>
</file>